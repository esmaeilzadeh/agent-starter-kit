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room: who has already run ./ask, who has only used chat. This hour is method first, then the command surface. The moons demo is one pointer at the end, not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Protect the tooling block. Teams often spend the whole slot on philosophy and still leave setup / install / prepare mixed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the category if someone says agent platform. We ship documents, contracts, and a thin dispatcher. Phases 1-2 of the Build Spec are what this repository 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quote once. A conventional developer already does understand, clarify, design, plan, implement, review, test, accept. Agents can take slices of that. The kit exists so those slices stay named.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rush this list. Ask the room which class they already hand to an agent, and which they still do themselves after the agent finishes.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Capability is the one people mix with authority. An agent that can run a production migration still may not be allowed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Stay on the last sentence. If the room has a recent prod scare, use that instead of inventing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PostgreSQL analogy from the Guide: you use it without claiming you built it. Skills are weaker than that, because they are not deterministic engines. Treat them as methodology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someone hears I just write tickets now, stop and reread this slide. The kit is built against that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 chat in this repo: announce 00 vs 01 and wait. /00-explore starts Explore with no second-guess. A foggy keep-track-of-experiments seed is Path B in the demo plan; we will only point at that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Guidance, not a lock. Still hard: dirty tree, silent stash/reset, fake verify/accept, silent What/Why change. If review finds the spec semantically wrong, run Spec Change. If the destination itself was wrong, return to Explore.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Load-bearing questions only. Trivia and facts already in the repo stay out. Skill-before-grill: propose extra Community Skills that would change What/Why, ask before preparing them, pin accepted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agents are not three independent reviewers if they share the same context and failure modes. Mention that only if the room starts treating a second model saying LGTM as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bridge into tooling. The scripts exist to make these invariants cheap to obey. Raw prompt dumps do not belong in git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Hierarchy from the Guide: better prompt → structured procedure → deterministic check → architectural constraint. Then switch to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Clone or ./ask install into your app repo. Upgrade refreshes kit-owned paths from an explicit version. Consumer-owned: skill manifest, policies, local overlays.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Stay here. Quiz: I cloned this repo. Do I install? No. I want grilling on disk. Prepare. I want Jira in Cursor. You run setup. askit on PATH: in a git repo without ./ask, confirm, then overlay (install). Later runs wrap local ./ask. askit setup is the wizard after the repo already has the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prerequisites follow the first list. The demo encore is a dry-run install into a temp repo. Do not install this repo onto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Serialize related branches that would edit the same files. Mid-work discovery goes in .later/&lt;slug&gt;.md (gitignored card), not a second live workstream in the same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Help text is ./ask with no args, -h, or help. Same text from askit once a repo already has the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Required pins in this repo today include wayfinder, grilling, and humanizer. developing-with-streamlit is optional. Never vendor skill trees; never revision: latest.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run training here. If someone wants the lab, schedule Path A. Mention Path B only as the foggy-seed variant. Interrupts: dirty tree, weakening acceptance criteria, spec semantically wrong, overlapping branches.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practical sequence from Guide section 35 if you have time. Then open the floor: where would this break on our current repos?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Prompts if the room is quiet: which command would you have run last week that was actually a different object? Who owns Accept on your team? What would you pin in the manifest first?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C9863A"/>
                </a:solidFill>
                <a:latin typeface="Calibri"/>
              </a:rPr>
              <a:t>90 MINUTES  ·  AI TEAM</a:t>
            </a:r>
          </a:p>
          <a:p>
            <a:pPr>
              <a:spcAft>
                <a:spcPts val="1400"/>
              </a:spcAft>
            </a:pPr>
            <a:r>
              <a:rPr sz="4000" b="1">
                <a:solidFill>
                  <a:srgbClr val="EFE8D8"/>
                </a:solidFill>
                <a:latin typeface="Calibri"/>
              </a:rPr>
              <a:t>AI Engineering Starter Kit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9B9588"/>
                </a:solidFill>
                <a:latin typeface="Calibri"/>
              </a:rPr>
              <a:t>How we divide engineering labor, and which commands actually do that 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FE8D8"/>
                </a:solidFill>
                <a:latin typeface="Calibri"/>
              </a:rPr>
              <a:t>How the hour is split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19456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7315200"/>
              </a:tblGrid>
              <a:tr h="69494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9B9588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>
                    <a:solidFill>
                      <a:srgbClr val="1A1D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9B9588"/>
                          </a:solidFill>
                          <a:latin typeface="Calibri"/>
                        </a:rPr>
                        <a:t>Minutes</a:t>
                      </a:r>
                    </a:p>
                  </a:txBody>
                  <a:tcPr>
                    <a:solidFill>
                      <a:srgbClr val="1A1D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9B9588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>
                    <a:solidFill>
                      <a:srgbClr val="1A1D25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~45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Labor, ownership, Explore, pipeline, evidence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Tooling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~30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./ask, workstreams, skills, Cursor binding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Demo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~5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Where the facilitator script lives, and what it proves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Discussion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~10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What we would try on a real product repo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WHAT THIS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FE8D8"/>
                </a:solidFill>
                <a:latin typeface="Calibri"/>
              </a:rPr>
              <a:t>A protocol you copy into a software 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Portable repository protocol for delegating engineering labor to AI agents while the human keeps ownership of intent, policy, and acceptance.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Cursor is the first-class runtime binding. The protocol stays copyable into ordinary software repos.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The kit is Guide + Build Spec + stage contracts + small scripts + pinned Community Skills. It is not a multi-agent runtime product.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FE8D8"/>
                </a:solidFill>
                <a:latin typeface="Calibri"/>
              </a:rPr>
              <a:t>The Guide's central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600" b="0">
                <a:solidFill>
                  <a:srgbClr val="EFE8D8"/>
                </a:solidFill>
                <a:latin typeface="Calibri"/>
              </a:rPr>
              <a:t>Which engineering labor should be delegated, which judgment should remain human, what authority does each actor have, what evidence is required, and how can the resulting work remain traceable?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DIVISION OF 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FE8D8"/>
                </a:solidFill>
                <a:latin typeface="Calibri"/>
              </a:rPr>
              <a:t>Engineering labor is several classes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" b="0">
                <a:solidFill>
                  <a:srgbClr val="EFE8D8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Execution: write code, edit files, run commands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Cognitive: compare alternatives, build a plan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Judgment: decide what is appropriate under uncertainty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Verification: check a claim against evidence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Coordination: pass structured outputs and keep state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Governance: who may decide or act, and when to escalate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9B9588"/>
                </a:solidFill>
                <a:latin typeface="Calibri"/>
              </a:rPr>
              <a:t>AI can perform some amount of all of these. The practical question is where delegation stays trustworthy and economically sensible.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DO NOT COLLAPSE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FE8D8"/>
                </a:solidFill>
                <a:latin typeface="Calibri"/>
              </a:rPr>
              <a:t>Five questions that stay separate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1031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9B9588"/>
                          </a:solidFill>
                          <a:latin typeface="Calibri"/>
                        </a:rPr>
                        <a:t>Word</a:t>
                      </a:r>
                    </a:p>
                  </a:txBody>
                  <a:tcPr>
                    <a:solidFill>
                      <a:srgbClr val="1A1D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9B9588"/>
                          </a:solidFill>
                          <a:latin typeface="Calibri"/>
                        </a:rPr>
                        <a:t>Asks</a:t>
                      </a:r>
                    </a:p>
                  </a:txBody>
                  <a:tcPr>
                    <a:solidFill>
                      <a:srgbClr val="1A1D25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Labor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Who performs the work?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Judgment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Who decides what is correct, appropriate, or preferable?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What can this actor technically do?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Authority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What is this actor permitted to decide or enact?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Accountability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Who is responsible for the consequences?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FE8D8"/>
                </a:solidFill>
                <a:latin typeface="Calibri"/>
              </a:rPr>
              <a:t>A database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Labor          →  AI prepares migration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Judgment       →  AI analyzes expected impact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Capability     →  tool can execute migration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Authority      →  human approval required for production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Accountability →  human/team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C9863A"/>
                </a:solidFill>
                <a:latin typeface="Calibri"/>
              </a:rPr>
              <a:t>Delegating labor does not automatically delegate ownership.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OWNERSHIP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FE8D8"/>
                </a:solidFill>
                <a:latin typeface="Calibri"/>
              </a:rPr>
              <a:t>Own the system that turns intent into accepted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As implementation labor moves to agents, code-level ownership can shrink. Engineering ownership does not have to disappear with it.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You remain responsible for What/Why, constraints, acceptance criteria, architecture boundaries, delegation policy, escalation rules, evidence policy, reusable methods, decision memory, and provenance.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You can reuse a grilling skill or a spec method without having authored it. You still own the decision to rely on it here, and the consequences.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FE8D8"/>
                </a:solidFill>
                <a:latin typeface="Calibri"/>
              </a:rPr>
              <a:t>This is still an engineering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A Product Owner may primarily own What, Why, and business priority.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An engineering-system owner also governs technical constraints, architecture, acceptance evidence, verification policy, delegation boundaries, escalation, method composition, decision memory, and provenance of results.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You can know less about a given diff and more about the system that produced and accepted it. That changes the level of ownership. It does not automatically make the role superior.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FE8D8"/>
                </a:solidFill>
                <a:latin typeface="Calibri"/>
              </a:rPr>
              <a:t>Explore when the destination is foggy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00 Explore charts decisions, research, and cheap prototypes until What/Why can be owned. It produces decisions and clarity. It does not produce accepted product software by itself.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Skip Explore when the destination is already sharp enough for Intent. That is a real skip: no explore-map.md.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Do not stuff R&amp;D into Implement.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FE8D8"/>
                </a:solidFill>
                <a:latin typeface="Calibri"/>
              </a:rPr>
              <a:t>The Engineering Pipeline is 01-10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EFE8D8"/>
                </a:solidFill>
                <a:latin typeface="Calibri"/>
              </a:rPr>
              <a:t>01 Grill → 02 Spec → 03 Spec Challenge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EFE8D8"/>
                </a:solidFill>
                <a:latin typeface="Calibri"/>
              </a:rPr>
              <a:t>04 Spec Change (interrupt)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EFE8D8"/>
                </a:solidFill>
                <a:latin typeface="Calibri"/>
              </a:rPr>
              <a:t>05 Plan → 06 Implement → 07 Review → 08 Refactor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EFE8D8"/>
                </a:solidFill>
                <a:latin typeface="Calibri"/>
              </a:rPr>
              <a:t>09 Verify → 10 Accept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FE8D8"/>
                </a:solidFill>
                <a:latin typeface="Calibri"/>
              </a:rPr>
              <a:t>Each next stage stands on the previous artifact. After one "defaults OK," you skip extra blessings, not the documents. Accept is the second confirm.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FE8D8"/>
                </a:solidFill>
                <a:latin typeface="Calibri"/>
              </a:rPr>
              <a:t>/off-path (or "just code") leaves the path for this chat only. A new chat starts on-path.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GRILL AND SPEC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FE8D8"/>
                </a:solidFill>
                <a:latin typeface="Calibri"/>
              </a:rPr>
              <a:t>Grill reduces ambiguity. Challenge asks if the spec is the right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A Grill agent that only restates "make cancellation fast" has not done the job. Alternatives, tradeoffs, and failure modes have to be visible before "all ok."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A specification challenge asks whether the spec is a faithful representation of the intended problem. Coherent is not the same as correct.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An implementation problem may generate a spec-change proposal. The implementer must not silently edit the accepted spec to make the code easier.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FE8D8"/>
                </a:solidFill>
                <a:latin typeface="Calibri"/>
              </a:rPr>
              <a:t>Verification is claim-dependent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Do not make the implementing agent the sole judge of its own correctness. For important claims, prefer evidence whose failure mode differs from the agent that wrote the code.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A type check, a behavioral test, an architectural check, a benchmark, and a formal proof answer different claims. None of them is universally stronger.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Acceptance can be delegated as labor. Ultimate authority need not be. The gap between lots of autonomous changes and few strong evidence packages is acceptance debt.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FE8D8"/>
                </a:solidFill>
                <a:latin typeface="Calibri"/>
              </a:rPr>
              <a:t>Store engineering state, not every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Durable state: intent and spec, policy and skill versions, the code commit, the verification result, the acceptance decision.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Every material experiment or benchmark should identify the exact commit that produced it.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Git invariants: start from a clean tree; one plan per agent/&lt;work-id&gt; branch; do not pile a new task on another task's uncommitted work; commit meaningful states; record result → exact commit.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OPERATING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FE8D8"/>
                </a:solidFill>
                <a:latin typeface="Calibri"/>
              </a:rPr>
              <a:t>Delegate the bounded work. Keep the consequential calls.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Delegate labor aggressively where the work is bounded, reversible, and verifiable; preserve human judgment and authority where intent, trade-offs, risk, or irreversible consequences dominate; and move critical constraints from probabilistic instructions into deterministic enforcement whenever practical.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Repeated failures should change the system (a check, a rule, a better spec template), not only the next prompt.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FE8D8"/>
                </a:solidFill>
                <a:latin typeface="Calibri"/>
              </a:rPr>
              <a:t>What lands in a product 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Kit package      _ask/     protocol, scripts, kit tests, kit-author docs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Adapter          ask, AGENTS.md, .cursor/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Product state    specs/, work/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Your app         docs/, scripts/, tests/, src/ stay yours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./ask is the only root command. It execs _ask/scripts/. Agents must not run ./ask setup.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THE CONFUSING THREE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FE8D8"/>
                </a:solidFill>
                <a:latin typeface="Calibri"/>
              </a:rPr>
              <a:t>Three verbs, three objects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6596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206240"/>
                <a:gridCol w="384048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9B9588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>
                    <a:solidFill>
                      <a:srgbClr val="1A1D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9B9588"/>
                          </a:solidFill>
                          <a:latin typeface="Calibri"/>
                        </a:rPr>
                        <a:t>Object</a:t>
                      </a:r>
                    </a:p>
                  </a:txBody>
                  <a:tcPr>
                    <a:solidFill>
                      <a:srgbClr val="1A1D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9B9588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>
                    <a:solidFill>
                      <a:srgbClr val="1A1D25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./ask install &lt;repo&gt;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Kit files: _ask/, ask, AGENTS.md, .cursor/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Agent or human. Target must already be a git repo. Leaves docs/, scripts/, tests/, src/ alone.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./ask prepare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Pinned Community Skills from _ask/skills/manifest.yaml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Agent or human. Refuses revision: latest. Bodies land in .agents/skills/ (gitignored).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./ask setup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Your tracker + Cursor MCP stubs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You, on a TTY. Writes gitignored .ask.env. Agents must not run it.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4864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B9588"/>
                </a:solidFill>
                <a:latin typeface="Calibri"/>
              </a:rPr>
              <a:t>./ask sync is a fourth verb: regenerate .cursor/skills and .cursor/commands from _ask/agents/. It does not copy the kit and it does not fetch skills.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FE8D8"/>
                </a:solidFill>
                <a:latin typeface="Calibri"/>
              </a:rPr>
              <a:t>Which list you are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EFE8D8"/>
                </a:solidFill>
                <a:latin typeface="Calibri"/>
              </a:rPr>
              <a:t>Repo already has the kit (this one, or after overlay):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1. ./ask prepare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2. ./ask sync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3. Work. Skip install. Skip setup unless you want the wizard.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EFE8D8"/>
                </a:solidFill>
                <a:latin typeface="Calibri"/>
              </a:rPr>
              <a:t>Adding the kit to a different app repo: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1. ./ask install ../my-app  or  askit first run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2. In that repo: prepare, then sync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3. You run setup only for tracker/MCP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WORKSTREAMS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FE8D8"/>
                </a:solidFill>
                <a:latin typeface="Calibri"/>
              </a:rPr>
              <a:t>One plan, one branch, commits as you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./ask start-work &lt;work-id&gt; creates agent/&lt;work-id&gt; and seeds work/&lt;work-id&gt;/. It refuses a dirty tree. It does not seed explore-map.md.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On that branch, commit each meaningful step. Do not wait to be asked. Push, force-push, amend of pushed commits, and merge to main still need a human.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./ask status lists live agent/* and archived work/* on the default branch. The current checkout is not the board.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COMMAND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FE8D8"/>
                </a:solidFill>
                <a:latin typeface="Calibri"/>
              </a:rPr>
              <a:t>What you will type after the kit is 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01168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132320"/>
              </a:tblGrid>
              <a:tr h="53721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9B9588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>
                    <a:solidFill>
                      <a:srgbClr val="1A1D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9B9588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>
                    <a:solidFill>
                      <a:srgbClr val="1A1D25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./ask check-clean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Refuse if the tree is dirty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./ask start-work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Branch + seed artifacts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./ask check-workstream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Preconditions before implement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./ask verify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Run checks; print commit SHA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./ask record-result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Workstream provenance (needs --commit-sha)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./ask record-run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Experiment provenance; SHA must be HEAD; tree must be clean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./ask upgrade --version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FE8D8"/>
                          </a:solidFill>
                          <a:latin typeface="Calibri"/>
                        </a:rPr>
                        <a:t>Refresh kit-owned files from an explicit tag or SHA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SKILLS AND CURSOR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FE8D8"/>
                </a:solidFill>
                <a:latin typeface="Calibri"/>
              </a:rPr>
              <a:t>Pins, prepare, thin binding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Community Skills are declared in _ask/skills/manifest.yaml with an explicit revision. Discovery can start at skills.sh. The project owns the pin.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Capability is not authority. A rule is not enforcement. A skill is not a guarantee. Move critical constraints into hooks, scripts, and CI when you can.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Cursor rules point at protocol. ./ask sync writes .cursor/skills and .cursor/commands from _ask/agents/. Do not treat generated projections as the source of truth.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FE8D8"/>
                </a:solidFill>
                <a:latin typeface="Calibri"/>
              </a:rPr>
              <a:t>A facilitator script exists if you want the lab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Script: _ask/docs/demo/end-to-end-plan.md. About 45-90 minutes for Path A. Vehicle: SHA-bound moons MLP runs.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What it proves: durable intent and spec; clean tree + agent/&lt;work-id&gt;; ./ask record-run so each metric cites path + git SHA; spec changes go through Spec Change; skills come from a pin + prepare.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After that lab you should be able to answer: which experiment, which metric, which SHA, which artifact path, who accepted the workstream. The registry is the scoreboard.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863A"/>
                </a:solidFill>
                <a:latin typeface="Calibri"/>
              </a:rPr>
              <a:t>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FE8D8"/>
                </a:solidFill>
                <a:latin typeface="Calibri"/>
              </a:rPr>
              <a:t>A conservative first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Read root AGENTS.md. Run ./ask prepare and ./ask sync in a repo that already has the kit.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One workstream: clean tree, dedicated branch, grill What/Why, write the artifacts, commit as you go, ./ask verify, record the result against HEAD, accept with a SHA.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FE8D8"/>
                </a:solidFill>
                <a:latin typeface="Calibri"/>
              </a:rPr>
              <a:t>The kit does not assume one model is enough, that several agents are independent reviewers, that a long rule file is formal governance, or that AI may silently redefine requirements.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C9863A"/>
                </a:solidFill>
                <a:latin typeface="Calibri"/>
              </a:rPr>
              <a:t>DISCUSSION</a:t>
            </a:r>
          </a:p>
          <a:p>
            <a:pPr>
              <a:spcAft>
                <a:spcPts val="1600"/>
              </a:spcAft>
            </a:pPr>
            <a:r>
              <a:rPr sz="3600" b="1">
                <a:solidFill>
                  <a:srgbClr val="EFE8D8"/>
                </a:solidFill>
                <a:latin typeface="Calibri"/>
              </a:rPr>
              <a:t>Where would you spend human judgment first?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9B9588"/>
                </a:solidFill>
                <a:latin typeface="Calibri"/>
              </a:rPr>
              <a:t>Intent, irreversible changes, and evidence policy are the usual starting points. A silent spec rewrite from last month is a concrete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